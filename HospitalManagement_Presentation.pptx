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12DDF-B23F-44B7-B687-A3A2DB2FFD68}" v="7" dt="2026-06-02T03:56:20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al Das" userId="dd9962fc-5168-4bf5-bfeb-913f27d8d1a1" providerId="ADAL" clId="{F24AC6F7-157F-4153-94C5-F8E32AE76BA3}"/>
    <pc:docChg chg="undo custSel modSld">
      <pc:chgData name="Kunal Das" userId="dd9962fc-5168-4bf5-bfeb-913f27d8d1a1" providerId="ADAL" clId="{F24AC6F7-157F-4153-94C5-F8E32AE76BA3}" dt="2026-06-02T03:58:42.253" v="34" actId="20577"/>
      <pc:docMkLst>
        <pc:docMk/>
      </pc:docMkLst>
      <pc:sldChg chg="modSp mod">
        <pc:chgData name="Kunal Das" userId="dd9962fc-5168-4bf5-bfeb-913f27d8d1a1" providerId="ADAL" clId="{F24AC6F7-157F-4153-94C5-F8E32AE76BA3}" dt="2026-06-02T03:58:42.253" v="34" actId="20577"/>
        <pc:sldMkLst>
          <pc:docMk/>
          <pc:sldMk cId="0" sldId="256"/>
        </pc:sldMkLst>
        <pc:spChg chg="mod">
          <ac:chgData name="Kunal Das" userId="dd9962fc-5168-4bf5-bfeb-913f27d8d1a1" providerId="ADAL" clId="{F24AC6F7-157F-4153-94C5-F8E32AE76BA3}" dt="2026-06-02T03:54:02.687" v="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Kunal Das" userId="dd9962fc-5168-4bf5-bfeb-913f27d8d1a1" providerId="ADAL" clId="{F24AC6F7-157F-4153-94C5-F8E32AE76BA3}" dt="2026-06-02T03:54:16.303" v="9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Kunal Das" userId="dd9962fc-5168-4bf5-bfeb-913f27d8d1a1" providerId="ADAL" clId="{F24AC6F7-157F-4153-94C5-F8E32AE76BA3}" dt="2026-06-02T03:58:42.253" v="3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Kunal Das" userId="dd9962fc-5168-4bf5-bfeb-913f27d8d1a1" providerId="ADAL" clId="{F24AC6F7-157F-4153-94C5-F8E32AE76BA3}" dt="2026-06-02T03:55:05.644" v="17" actId="20577"/>
        <pc:sldMkLst>
          <pc:docMk/>
          <pc:sldMk cId="0" sldId="261"/>
        </pc:sldMkLst>
        <pc:spChg chg="mod">
          <ac:chgData name="Kunal Das" userId="dd9962fc-5168-4bf5-bfeb-913f27d8d1a1" providerId="ADAL" clId="{F24AC6F7-157F-4153-94C5-F8E32AE76BA3}" dt="2026-06-02T03:55:05.644" v="17" actId="20577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Kunal Das" userId="dd9962fc-5168-4bf5-bfeb-913f27d8d1a1" providerId="ADAL" clId="{F24AC6F7-157F-4153-94C5-F8E32AE76BA3}" dt="2026-06-02T03:56:08.355" v="29" actId="20577"/>
        <pc:sldMkLst>
          <pc:docMk/>
          <pc:sldMk cId="0" sldId="263"/>
        </pc:sldMkLst>
        <pc:spChg chg="mod">
          <ac:chgData name="Kunal Das" userId="dd9962fc-5168-4bf5-bfeb-913f27d8d1a1" providerId="ADAL" clId="{F24AC6F7-157F-4153-94C5-F8E32AE76BA3}" dt="2026-06-02T03:56:08.355" v="29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Kunal Das" userId="dd9962fc-5168-4bf5-bfeb-913f27d8d1a1" providerId="ADAL" clId="{F24AC6F7-157F-4153-94C5-F8E32AE76BA3}" dt="2026-06-02T03:55:58.157" v="25" actId="21"/>
          <ac:spMkLst>
            <pc:docMk/>
            <pc:sldMk cId="0" sldId="263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74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548640" cy="16459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6384" y="722376"/>
            <a:ext cx="164592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&amp;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 System(API)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|  ADO.NET  |  ASP.NET Core Web API  |  SQL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8.0   |   SQL Server    |   Clean Architecture — 4 Layers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REST API backend for City General Hospital to manage patients, doctors, and appointments.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011680" cy="73152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14600" y="1828800"/>
            <a:ext cx="201168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201168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995160" y="182880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9516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8595360" cy="82296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REST Endpoints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Stored Procedures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Architecture Layers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SQL Tables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— 4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73152" cy="749808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Middleware · Program.cs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request validation, logging, error handling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6072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· Services · ADO.NET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via Stored Procedures only — no inline 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3152" cy="7498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· Interfaces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objects, repository &amp; service contracts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73152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0392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Exceptions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rules: age calc, status checks, typed exceptions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· 15 Stored Procedures · Referential Integrity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45720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PatientCode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DateOfBirth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(M/F/O)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(Filtered Index)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(Soft Delete)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55648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DoctorCode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ConsultationFee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IsAvailable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0" y="1261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755648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(Scheduled/Completed/Cancelled)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CancelledAt (nullable)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Appointments.PatientId → Patients   |   Appointments.DoctorId → Doctors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786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786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7863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69848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822960" cy="219456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1155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1106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/api/patients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57800" y="1106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patient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0" y="1106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403604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449324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4493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14401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/api/patients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57800" y="14401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active patients + 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0" y="14401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737360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1783080"/>
            <a:ext cx="822960" cy="21945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783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1773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/api/patients/{id}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57800" y="1773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46720" y="17739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071116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2116836"/>
            <a:ext cx="82296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1168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21076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/api/patients/{id}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57800" y="21076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(soft delete)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46720" y="21076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404872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0040" y="2450592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/api/doctors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57800" y="2441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doctors with filters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2441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738628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20040" y="2784348"/>
            <a:ext cx="822960" cy="219456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27843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371600" y="27752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57800" y="27752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27752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072384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20040" y="3118104"/>
            <a:ext cx="82296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118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37160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/api/appointments/{id}/cancel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5780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3108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3406140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20040" y="3451860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34518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371600" y="34427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/api/appointments/upcoming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257800" y="34427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046720" y="34427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3739896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20040" y="3785616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37856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37160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/api/appointments/report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25780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46720" y="3776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073652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320040" y="4119372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1193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371600" y="41102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/api/appointments/report/doctor-counts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57800" y="41102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counts (&gt;2 only)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046720" y="41102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4407408"/>
            <a:ext cx="859536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20040" y="4453128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453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371600" y="4443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/api/appointments/report/revenue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257800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specialization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046720" y="4443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4741164"/>
            <a:ext cx="8595360" cy="315468"/>
          </a:xfrm>
          <a:prstGeom prst="rect">
            <a:avLst/>
          </a:prstGeom>
          <a:solidFill>
            <a:srgbClr val="F0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320040" y="4786884"/>
            <a:ext cx="82296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20040" y="47868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371600" y="47777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/api/appointments/report/duplicates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257800" y="47777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046720" y="47777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the Domain — not in the database or API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17520" y="1234440"/>
            <a:ext cx="3108960" cy="914400"/>
          </a:xfrm>
          <a:prstGeom prst="rect">
            <a:avLst/>
          </a:prstGeom>
          <a:solidFill>
            <a:srgbClr val="1A3C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1752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BaseEntity  (abstract)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6002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Code · FullName · PhoneNumber · CreatedAt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21488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394960" y="21488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291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3291840" cy="384048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4414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80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DateOfBirth · Gender · Email · IsActive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50" b="1" dirty="0">
                <a:solidFill>
                  <a:srgbClr val="2E6DA4"/>
                </a:solidFill>
              </a:rPr>
              <a:t>Age { get; }  ← calculated in C#</a:t>
            </a:r>
            <a:endParaRPr lang="en-US" sz="900" dirty="0"/>
          </a:p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Not from DB — uses DateOfBirth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2423160"/>
            <a:ext cx="3337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32120" y="2423160"/>
            <a:ext cx="3337560" cy="38404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32120" y="24414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2880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Specialization · ConsultationFee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IsAvailable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3317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46120" y="27614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1089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 calculation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CanBeCancelled()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IsInPast()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FormattedDate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Typed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1170432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886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868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Rollback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161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runs inside a SQL Transaction. If doctor is unavailable → automatic rollback with error message.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64008" cy="11704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18888" y="886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67528" y="868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Middleware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2161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unhandled errors return structured JSON response. Internal details never exposed to client.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64008" cy="1170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194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 Middleware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5420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logs method, path, and response time globally — without modifying individual controllers.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103120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194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5420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and repositories resolved through DI. Connection string from appsettings.json — never in source code.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64008" cy="11704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" y="3520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38679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 DTOs validated using Data Annotations before any DB interaction. Returns 400 on failure.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64008" cy="11704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18888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67528" y="3520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Only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38679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DB operations use stored procedures. Zero inline SQL anywhere in the codebase.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MADE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94360" cy="123444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" y="1188720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896112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status only changes through specific actions — BookAppointment sets Scheduled, CancelAppointment sets Cancelled.</a:t>
            </a:r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594360" cy="1234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27448" y="1188720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2392" y="896112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uses Filtered Unique Index (not UNIQUE constraint) to allow multiple NULL values while blocking duplicate non-NULL emails.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594360" cy="1234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2578608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228600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calculation is in C# Domain (Patient.Age property) — DB only returns DateOfBirth.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594360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27448" y="2578608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2392" y="228600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appointments excluded from revenue reports. Only Scheduled &amp; Completed appointments count.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594360" cy="12344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2608" y="3968496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3675888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write operations (register/update) not exposed via API — only queried. Sample data inserted via SQL script.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5844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3584448"/>
            <a:ext cx="594360" cy="12344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27448" y="3968496"/>
            <a:ext cx="576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2392" y="3675888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IDoctorRepository not created — assignment only requires Patient &amp; Appointment data access abstracted behind interfaces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&amp; Patient Management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788920"/>
            <a:ext cx="27432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.NET 8.0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21408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85616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49824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14032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Submission  —  Acuvate Software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765</Words>
  <Application>Microsoft Office PowerPoint</Application>
  <PresentationFormat>On-screen Show (16:9)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&amp; Patient Management System</dc:title>
  <dc:subject>PptxGenJS Presentation</dc:subject>
  <dc:creator>PptxGenJS</dc:creator>
  <cp:lastModifiedBy>Kunal Das</cp:lastModifiedBy>
  <cp:revision>1</cp:revision>
  <dcterms:created xsi:type="dcterms:W3CDTF">2026-06-01T05:32:04Z</dcterms:created>
  <dcterms:modified xsi:type="dcterms:W3CDTF">2026-06-02T03:58:51Z</dcterms:modified>
</cp:coreProperties>
</file>